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2" r:id="rId5"/>
    <p:sldId id="261" r:id="rId6"/>
    <p:sldId id="263" r:id="rId7"/>
    <p:sldId id="259" r:id="rId8"/>
    <p:sldId id="26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s+g0Kz6xjJXg5ur7eI2335ofH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Татьяна Завалина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770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15882990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224912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baf642ce3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baf642ce3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65525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639671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66309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baf642ce3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baf642ce3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04512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2263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video" Target="file:///C:\Users\Algry\Desktop\&#1074;&#1080;&#1076;&#1086;&#1089;&#1099;\2024-03-19%2000-00-14.mp4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2031710" y="1480309"/>
            <a:ext cx="7391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250000"/>
              </a:lnSpc>
              <a:buSzPts val="2000"/>
            </a:pPr>
            <a:r>
              <a:rPr lang="ru-RU" sz="3200" b="1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4400" dirty="0" err="1" smtClean="0">
                <a:latin typeface="Times New Roman" pitchFamily="18" charset="0"/>
                <a:cs typeface="Times New Roman" pitchFamily="18" charset="0"/>
              </a:rPr>
              <a:t>Cube</a:t>
            </a:r>
            <a:r>
              <a:rPr lang="ru-RU" sz="4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dirty="0" err="1" smtClean="0">
                <a:latin typeface="Times New Roman" pitchFamily="18" charset="0"/>
                <a:cs typeface="Times New Roman" pitchFamily="18" charset="0"/>
              </a:rPr>
              <a:t>Fortress</a:t>
            </a:r>
            <a:r>
              <a:rPr lang="ru-RU" sz="4400" b="1" dirty="0" smtClean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»</a:t>
            </a:r>
            <a:endParaRPr sz="44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173933" y="3199921"/>
            <a:ext cx="6784063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endParaRPr lang="ru-RU" sz="2000" dirty="0" smtClean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МБОУ СОШ №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81</a:t>
            </a:r>
            <a:endParaRPr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Куратор: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Авдеев Евгений Вячеславович</a:t>
            </a: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endParaRPr sz="2000" dirty="0">
              <a:solidFill>
                <a:srgbClr val="404040"/>
              </a:solidFill>
              <a:highlight>
                <a:srgbClr val="00FF00"/>
              </a:highlight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indent="0" algn="l">
              <a:spcBef>
                <a:spcPts val="0"/>
              </a:spcBef>
              <a:buClr>
                <a:srgbClr val="404040"/>
              </a:buClr>
              <a:buSzPts val="2000"/>
            </a:pPr>
            <a:endParaRPr sz="2000" dirty="0">
              <a:solidFill>
                <a:srgbClr val="404040"/>
              </a:solidFill>
              <a:highlight>
                <a:srgbClr val="00FF00"/>
              </a:highlight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229278" y="124802"/>
            <a:ext cx="176656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dirty="0">
                <a:sym typeface="Calibri"/>
              </a:rPr>
              <a:t>Приложение №3</a:t>
            </a:r>
            <a:endParaRPr dirty="0"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af642ce3a_0_1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753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ru-RU" sz="28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Команда проекта</a:t>
            </a:r>
            <a:endParaRPr sz="28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Arial"/>
            </a:endParaRPr>
          </a:p>
        </p:txBody>
      </p:sp>
      <p:sp>
        <p:nvSpPr>
          <p:cNvPr id="92" name="Google Shape;92;gbaf642ce3a_0_1"/>
          <p:cNvSpPr txBox="1">
            <a:spLocks noGrp="1"/>
          </p:cNvSpPr>
          <p:nvPr>
            <p:ph type="body" idx="1"/>
          </p:nvPr>
        </p:nvSpPr>
        <p:spPr>
          <a:xfrm>
            <a:off x="2152650" y="1504379"/>
            <a:ext cx="7886700" cy="3441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indent="-514350">
              <a:buAutoNum type="arabicPeriod"/>
            </a:pP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Кашин </a:t>
            </a: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Алексей </a:t>
            </a: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Анатольевич (разработчик)</a:t>
            </a:r>
          </a:p>
          <a:p>
            <a:pPr marL="514350" indent="-514350">
              <a:buAutoNum type="arabicPeriod"/>
            </a:pP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Стрелков Григорий Анатольевич (разработчик)</a:t>
            </a:r>
          </a:p>
          <a:p>
            <a:pPr marL="514350" indent="-514350">
              <a:buAutoNum type="arabicPeriod"/>
            </a:pP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Скобелев Максим Николаевич (</a:t>
            </a:r>
            <a:r>
              <a:rPr lang="ru-RU" dirty="0" err="1" smtClean="0">
                <a:cs typeface="Times New Roman" panose="02020603050405020304" pitchFamily="18" charset="0"/>
                <a:sym typeface="Times New Roman"/>
              </a:rPr>
              <a:t>тестировщик</a:t>
            </a: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)</a:t>
            </a:r>
          </a:p>
          <a:p>
            <a:pPr marL="514350" indent="-514350">
              <a:buAutoNum type="arabicPeriod"/>
            </a:pPr>
            <a:r>
              <a:rPr lang="ru-RU" dirty="0" smtClean="0">
                <a:cs typeface="Times New Roman" panose="02020603050405020304" pitchFamily="18" charset="0"/>
                <a:sym typeface="Times New Roman"/>
              </a:rPr>
              <a:t>Дудин Никита Андреевич (дизайнер)</a:t>
            </a:r>
            <a:endParaRPr lang="ru-RU" dirty="0" smtClean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 smtClean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endParaRPr lang="ru-RU"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0" indent="0">
              <a:buNone/>
            </a:pPr>
            <a:endParaRPr sz="140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2026925" y="260625"/>
            <a:ext cx="6302263" cy="6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sz="2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Актуальность идеи</a:t>
            </a:r>
            <a:endParaRPr sz="2800" b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23236" y="1488908"/>
            <a:ext cx="10229810" cy="39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ru-RU" sz="2000" dirty="0" smtClean="0"/>
              <a:t>Ключевая проблема этого проекта заключается в создании увлекательной и уникальной игровой механики, которая будет удерживать внимание игрока и заставлять его возвращаться к игре снова и снова</a:t>
            </a:r>
            <a:r>
              <a:rPr lang="ru-RU" sz="2000" dirty="0" smtClean="0"/>
              <a:t>.</a:t>
            </a:r>
          </a:p>
          <a:p>
            <a:pPr marL="4572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457200" indent="439738">
              <a:lnSpc>
                <a:spcPct val="9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Проект интересен школьникам, подросткам</a:t>
            </a: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 детьми с ограниченными способностями.</a:t>
            </a: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4572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endParaRPr lang="ru-RU"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4572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endParaRPr lang="ru-RU"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457200" lvl="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 startAt="2"/>
            </a:pPr>
            <a:r>
              <a:rPr lang="ru-RU" sz="2000" dirty="0" smtClean="0">
                <a:latin typeface="+mn-lt"/>
              </a:rPr>
              <a:t>Наша игра новая, потому что она имеет уникальный </a:t>
            </a:r>
            <a:r>
              <a:rPr lang="ru-RU" sz="2000" dirty="0" err="1" smtClean="0">
                <a:latin typeface="+mn-lt"/>
              </a:rPr>
              <a:t>геймплей</a:t>
            </a:r>
            <a:r>
              <a:rPr lang="ru-RU" sz="2000" dirty="0" smtClean="0">
                <a:latin typeface="+mn-lt"/>
              </a:rPr>
              <a:t>. Мы провели анализ рынка, который показал, что существует множество похожих игр, но все эти игры одинаковы и не отличаются своей уникальностью.</a:t>
            </a:r>
            <a:endParaRPr lang="ru-RU" sz="2000" dirty="0" smtClean="0">
              <a:latin typeface="+mn-lt"/>
            </a:endParaRPr>
          </a:p>
          <a:p>
            <a:pPr marL="457200" lvl="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 startAt="2"/>
            </a:pPr>
            <a:endParaRPr lang="ru-RU"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457200" lvl="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 startAt="2"/>
            </a:pPr>
            <a:endParaRPr lang="ru-RU" sz="2000" dirty="0" smtClean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1225757" y="179053"/>
            <a:ext cx="8229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950"/>
            </a:pPr>
            <a:r>
              <a:rPr lang="ru-RU" sz="2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Как реализовывался проект</a:t>
            </a:r>
            <a:endParaRPr sz="2800" b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588475" y="1631087"/>
            <a:ext cx="11081442" cy="4135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000"/>
            </a:pP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5588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ru-RU" sz="2000" dirty="0" smtClean="0"/>
              <a:t>Мы использовали движок </a:t>
            </a:r>
            <a:r>
              <a:rPr lang="en-US" sz="2000" dirty="0" smtClean="0"/>
              <a:t>Unity </a:t>
            </a:r>
            <a:r>
              <a:rPr lang="ru-RU" sz="2000" dirty="0" smtClean="0"/>
              <a:t>и язык программирования </a:t>
            </a:r>
            <a:r>
              <a:rPr lang="en-US" sz="2000" dirty="0" smtClean="0"/>
              <a:t>C++</a:t>
            </a:r>
            <a:r>
              <a:rPr lang="ru-RU" sz="2000" dirty="0" smtClean="0"/>
              <a:t>.</a:t>
            </a:r>
            <a:r>
              <a:rPr lang="ru-RU" sz="2000" dirty="0" smtClean="0"/>
              <a:t/>
            </a:r>
            <a:br>
              <a:rPr lang="ru-RU" sz="2000" dirty="0" smtClean="0"/>
            </a:b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5588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При реализации проекта мы сталкивались с проблемами ошибок в коде. Однако они решались с помощью большого количества материала в интернета.</a:t>
            </a: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/>
            </a:r>
            <a:b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</a:b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 </a:t>
            </a: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 marL="558800" indent="-457200">
              <a:lnSpc>
                <a:spcPct val="90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Н</a:t>
            </a:r>
            <a:r>
              <a:rPr lang="ru-RU" sz="2000" dirty="0" smtClean="0">
                <a:latin typeface="+mn-lt"/>
                <a:cs typeface="Times New Roman" panose="02020603050405020304" pitchFamily="18" charset="0"/>
                <a:sym typeface="Times New Roman"/>
              </a:rPr>
              <a:t>аш проект никем не спонсирован.</a:t>
            </a:r>
            <a:endParaRPr lang="ru-RU" sz="2000" dirty="0" smtClean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ct val="90000"/>
              </a:lnSpc>
            </a:pPr>
            <a:endParaRPr lang="ru-RU"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ct val="90000"/>
              </a:lnSpc>
            </a:pP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pPr>
              <a:lnSpc>
                <a:spcPct val="90000"/>
              </a:lnSpc>
            </a:pPr>
            <a:endParaRPr dirty="0">
              <a:latin typeface="+mn-lt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af642ce3a_0_6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685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ru-RU" sz="2800" b="1" dirty="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Этапы реализации проекта</a:t>
            </a:r>
            <a:endParaRPr sz="2800" b="1" dirty="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Arial"/>
            </a:endParaRPr>
          </a:p>
        </p:txBody>
      </p:sp>
      <p:sp>
        <p:nvSpPr>
          <p:cNvPr id="116" name="Google Shape;116;gbaf642ce3a_0_6"/>
          <p:cNvSpPr txBox="1">
            <a:spLocks noGrp="1"/>
          </p:cNvSpPr>
          <p:nvPr>
            <p:ph type="body" idx="1"/>
          </p:nvPr>
        </p:nvSpPr>
        <p:spPr>
          <a:xfrm>
            <a:off x="1935367" y="1702636"/>
            <a:ext cx="9028380" cy="319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sz="2000" dirty="0" smtClean="0">
              <a:latin typeface="+mn-lt"/>
              <a:cs typeface="Times New Roman" panose="02020603050405020304" pitchFamily="18" charset="0"/>
              <a:sym typeface="Times New Roman"/>
            </a:endParaRPr>
          </a:p>
          <a:p>
            <a:r>
              <a:rPr lang="ru-RU" sz="2000" dirty="0" smtClean="0">
                <a:latin typeface="+mj-lt"/>
              </a:rPr>
              <a:t> 23.10.23 - Создание концепта игры</a:t>
            </a:r>
          </a:p>
          <a:p>
            <a:r>
              <a:rPr lang="ru-RU" sz="2000" dirty="0" smtClean="0">
                <a:latin typeface="+mj-lt"/>
              </a:rPr>
              <a:t> </a:t>
            </a:r>
            <a:r>
              <a:rPr lang="ru-RU" sz="2000" dirty="0" smtClean="0">
                <a:latin typeface="+mj-lt"/>
              </a:rPr>
              <a:t>5.01.24 - Написание логики и </a:t>
            </a:r>
            <a:r>
              <a:rPr lang="ru-RU" sz="2000" dirty="0" err="1" smtClean="0">
                <a:latin typeface="+mj-lt"/>
              </a:rPr>
              <a:t>скриптов</a:t>
            </a:r>
            <a:endParaRPr lang="ru-RU" sz="2000" dirty="0" smtClean="0">
              <a:latin typeface="+mj-lt"/>
            </a:endParaRPr>
          </a:p>
          <a:p>
            <a:r>
              <a:rPr lang="ru-RU" sz="2000" dirty="0" smtClean="0">
                <a:latin typeface="+mj-lt"/>
              </a:rPr>
              <a:t> </a:t>
            </a:r>
            <a:r>
              <a:rPr lang="ru-RU" sz="2000" dirty="0" smtClean="0">
                <a:latin typeface="+mj-lt"/>
              </a:rPr>
              <a:t>14.02.24 - Разработка </a:t>
            </a:r>
            <a:r>
              <a:rPr lang="en-US" sz="2000" dirty="0" smtClean="0">
                <a:latin typeface="+mj-lt"/>
              </a:rPr>
              <a:t>UI </a:t>
            </a:r>
            <a:r>
              <a:rPr lang="ru-RU" sz="2000" dirty="0" smtClean="0">
                <a:latin typeface="+mj-lt"/>
              </a:rPr>
              <a:t>(пользовательского интерфейса)</a:t>
            </a:r>
          </a:p>
          <a:p>
            <a:r>
              <a:rPr lang="ru-RU" sz="2000" dirty="0" smtClean="0">
                <a:latin typeface="+mj-lt"/>
              </a:rPr>
              <a:t>5.03.24 </a:t>
            </a:r>
            <a:r>
              <a:rPr lang="ru-RU" sz="2000" dirty="0" smtClean="0">
                <a:latin typeface="+mj-lt"/>
              </a:rPr>
              <a:t>- Исправление ошибок и </a:t>
            </a:r>
            <a:r>
              <a:rPr lang="ru-RU" sz="2000" dirty="0" err="1" smtClean="0">
                <a:latin typeface="+mj-lt"/>
              </a:rPr>
              <a:t>багов</a:t>
            </a:r>
            <a:r>
              <a:rPr lang="ru-RU" sz="2000" dirty="0" smtClean="0">
                <a:latin typeface="+mj-lt"/>
              </a:rPr>
              <a:t>, доработка игры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sz="2000" dirty="0">
              <a:latin typeface="+mn-lt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79686" y="408671"/>
            <a:ext cx="3704772" cy="737959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Конечный продукт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88143" y="1811110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     Захватывающая </a:t>
            </a:r>
            <a:r>
              <a:rPr lang="ru-RU" dirty="0" smtClean="0"/>
              <a:t>игра, предлагающая игрокам возможность бесконечного строительства уникальных башен из разноцветных кубиков, вдохновленная реалистичной физикой и предлагающая возможность соревнования за установку новых рекордов высоты.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1610016" y="165936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sz="2800" b="1" dirty="0" smtClean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Конечный продукт</a:t>
            </a:r>
            <a:r>
              <a:rPr lang="en-US" sz="2800" b="1" dirty="0" smtClean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800" b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25101" y="1248032"/>
            <a:ext cx="11271564" cy="560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7850" indent="-457200">
              <a:lnSpc>
                <a:spcPct val="80000"/>
              </a:lnSpc>
              <a:buClr>
                <a:schemeClr val="dk1"/>
              </a:buClr>
              <a:buSzPts val="1700"/>
            </a:pPr>
            <a:r>
              <a:rPr lang="ru-RU" sz="1600" dirty="0" smtClean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  <a:sym typeface="Times New Roman"/>
              </a:rPr>
              <a:t>. </a:t>
            </a:r>
            <a:endParaRPr sz="1600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2024-03-19 00-00-14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30516" y="1175658"/>
            <a:ext cx="10101942" cy="56823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70200" y="2310042"/>
            <a:ext cx="6389914" cy="1325563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Спасибо за внимание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203</Words>
  <Application>Microsoft Office PowerPoint</Application>
  <PresentationFormat>Произвольный</PresentationFormat>
  <Paragraphs>38</Paragraphs>
  <Slides>8</Slides>
  <Notes>6</Notes>
  <HiddenSlides>0</HiddenSlides>
  <MMClips>1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«Cube Fortress»</vt:lpstr>
      <vt:lpstr>Команда проекта</vt:lpstr>
      <vt:lpstr>Слайд 3</vt:lpstr>
      <vt:lpstr>Слайд 4</vt:lpstr>
      <vt:lpstr>Этапы реализации проекта</vt:lpstr>
      <vt:lpstr>Конечный продукт:</vt:lpstr>
      <vt:lpstr>Слайд 7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«Наименование проекта»</dc:title>
  <dc:creator>Александр Николаевич</dc:creator>
  <cp:lastModifiedBy>Пользователь Windows</cp:lastModifiedBy>
  <cp:revision>17</cp:revision>
  <dcterms:created xsi:type="dcterms:W3CDTF">2020-01-28T18:26:52Z</dcterms:created>
  <dcterms:modified xsi:type="dcterms:W3CDTF">2024-03-19T16:02:37Z</dcterms:modified>
</cp:coreProperties>
</file>